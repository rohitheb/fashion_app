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201168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400" b="0" i="0">
                <a:solidFill>
                  <a:srgbClr val="F5F2EC"/>
                </a:solidFill>
                <a:latin typeface="Georgia"/>
              </a:rPr>
              <a:t>Maison Ébani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 i="1">
                <a:solidFill>
                  <a:srgbClr val="C6A664"/>
                </a:solidFill>
                <a:latin typeface="Georgia"/>
              </a:rPr>
              <a:t>Fashion Showroom — a guided luxury selling experience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9790"/>
                </a:solidFill>
                <a:latin typeface="Segoe UI"/>
              </a:rPr>
              <a:t>A salesperson's phone privately drives a large in-store display.
Not screen mirroring — event-based Live Presentation Synchronization.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Proof of Concept  ·  Flutter mobile + display  ·  Node/SQLite backend  ·  Next.js 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“Here, look at my phone.”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5775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The moment breaks the sale.  </a:t>
            </a:r>
            <a:r>
              <a:rPr sz="1500">
                <a:solidFill>
                  <a:srgbClr val="F5F2EC"/>
                </a:solidFill>
                <a:latin typeface="Segoe UI"/>
              </a:rPr>
              <a:t>A five-inch screen, held sideways, with the associate's private notes, prices-in-progress and UI chrome all visible to the guest.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Mirroring is worse.  </a:t>
            </a:r>
            <a:r>
              <a:rPr sz="1500">
                <a:solidFill>
                  <a:srgbClr val="F5F2EC"/>
                </a:solidFill>
                <a:latin typeface="Segoe UI"/>
              </a:rPr>
              <a:t>Streaming the phone shows every search, every mis-tap, every hesitation — and needs bandwidth a boutique WiFi rarely has.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Luxury retail needs two views.  </a:t>
            </a:r>
            <a:r>
              <a:rPr sz="1500">
                <a:solidFill>
                  <a:srgbClr val="F5F2EC"/>
                </a:solidFill>
                <a:latin typeface="Segoe UI"/>
              </a:rPr>
              <a:t>A private, information-rich cockpit for the associate; a large, editorial, distraction-free stage for the customer.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And it must work offline.  </a:t>
            </a:r>
            <a:r>
              <a:rPr sz="1500">
                <a:solidFill>
                  <a:srgbClr val="F5F2EC"/>
                </a:solidFill>
                <a:latin typeface="Segoe UI"/>
              </a:rPr>
              <a:t>In-store WiFi drops. The experience cannot.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One product, two screens, zero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5775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Private by default.  </a:t>
            </a:r>
            <a:r>
              <a:rPr sz="1500">
                <a:solidFill>
                  <a:srgbClr val="F5F2EC"/>
                </a:solidFill>
                <a:latin typeface="Segoe UI"/>
              </a:rPr>
              <a:t>The associate browses, searches and filters freely. None of it reaches the display.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Presentation on demand.  </a:t>
            </a:r>
            <a:r>
              <a:rPr sz="1500">
                <a:solidFill>
                  <a:srgbClr val="F5F2EC"/>
                </a:solidFill>
                <a:latin typeface="Segoe UI"/>
              </a:rPr>
              <a:t>“Show on Screen” starts the synchronized presentation — and only then.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Events, not video.  </a:t>
            </a:r>
            <a:r>
              <a:rPr sz="1500">
                <a:solidFill>
                  <a:srgbClr val="F5F2EC"/>
                </a:solidFill>
                <a:latin typeface="Segoe UI"/>
              </a:rPr>
              <a:t>Tiny WebSocket messages (show_product, change_colour, zoom, scroll) describe the interaction; the display renders it from its own cached catalogue.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Offline-first.  </a:t>
            </a:r>
            <a:r>
              <a:rPr sz="1500">
                <a:solidFill>
                  <a:srgbClr val="F5F2EC"/>
                </a:solidFill>
                <a:latin typeface="Segoe UI"/>
              </a:rPr>
              <a:t>Both apps ship a 37-product catalogue snapshot and draw ~97% of imagery on-device. Phone and display just need the same WiFi.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Production-shaped.  </a:t>
            </a:r>
            <a:r>
              <a:rPr sz="1500">
                <a:solidFill>
                  <a:srgbClr val="F5F2EC"/>
                </a:solidFill>
                <a:latin typeface="Segoe UI"/>
              </a:rPr>
              <a:t>Layered backend, repository seams, frozen protocol, e2e tests — a POC that scales into a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How the pieces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10545775" cy="3826971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9997135" cy="3461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MOBILE (salesperson)                          DISPLAY (customer screen)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- browse privately (no sync)                  - phase state machine (FSM)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- "Show on Screen" ----+                      - renders from its own catalogue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- live controls -------|   WebSocket events   - applies each event: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colour / size /      |   show_product,        show_product   -&gt; presenting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image / zoom /       |   change_*, zoom,      change_colour  -&gt; new variant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scroll / video       |   scroll, clear,       zoom / scroll  -&gt; transform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                     +-&gt; payment_success --&gt;  payment_success-&gt; Thank-You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     +---------------- one of two transports -------------------+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     |  BOX MODE (default): display hosts the LAN WS server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     |  BACKEND MODE:       Node server relays controller-&gt;display|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       +----------------------------------------------------------+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2EC"/>
                </a:solidFill>
                <a:latin typeface="Consolas"/>
              </a:rPr>
              <a:t> CMS (Next.js) --reads/writes--&gt; SQLite &lt;--reads/writes-- Node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20363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90"/>
                </a:solidFill>
                <a:latin typeface="Segoe UI"/>
              </a:rPr>
              <a:t>Backend is strictly layered: repositories (SQL) → services (business logic) → routes + ws. Frontend is feature-first: each feature owns its controller and screens.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Four independently runnable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mobile_app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Flutter · portrait · associate's phone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Login &amp; salesperson profile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QR pairing to a display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Search, filter, colour explorer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Product detail + live controls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Saved outfits, checkout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Private AI talking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9413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5445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display_app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Flutter · dark, full-bleed · box/TV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Phase state machine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Pairing QR + welcome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Editorial product presentation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Gallery, video, colourways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Thank-you + idle return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Hosts the LAN server in box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1899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server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Node 20 · Express · ws · SQLite · :3000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Auth + bearer tokens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Catalogue, search, filters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Recommendations &amp; talking points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Cart, checkout, orders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WS relay + session rules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Playwright e2e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2321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8353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cms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Next.js 15 · React 19 · MUI 6 · :4000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Product CRUD with images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AI enrichment via Claude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Cloudflare R2 uploads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Salespeople management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Dashboard analytics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Reads the same SQLite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The session,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10545775" cy="2899063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9997135" cy="2533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Login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[optional] Salesperson profile setup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Pair display (scan the QR on screen)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Customer details (optional, skippable)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Top-6 recommendations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Browse / search / filter        (private — nothing on screen)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Product detail -&gt; "Show on Screen"   &lt;-- presentation begins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Live controls: colour · size · image · zoom · scroll · gallery · video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Saved outfits -&gt; Checkout -&gt; Payment success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2EC"/>
                </a:solidFill>
                <a:latin typeface="Consolas"/>
              </a:rPr>
              <a:t>  -&gt; End session -&gt; display returns to a fresh pairing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455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90"/>
                </a:solidFill>
                <a:latin typeface="Segoe UI"/>
              </a:rPr>
              <a:t>Display phases: splash → advertisement → waiting (QR) → connecting → loading → welcome → presenting | catalogue | cart | checkout → thankYou → (countdown) → waiting.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THE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Live Presentation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5775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The phone screen is never streamed.  </a:t>
            </a:r>
            <a:r>
              <a:rPr sz="1500">
                <a:solidFill>
                  <a:srgbClr val="F5F2EC"/>
                </a:solidFill>
                <a:latin typeface="Segoe UI"/>
              </a:rPr>
              <a:t>A pinch-to-zoom emits zoom { scale, focalX, focalY }; the display applies the same transform to its own cached image.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Synchronized set.  </a:t>
            </a:r>
            <a:r>
              <a:rPr sz="1500">
                <a:solidFill>
                  <a:srgbClr val="F5F2EC"/>
                </a:solidFill>
                <a:latin typeface="Segoe UI"/>
              </a:rPr>
              <a:t>Show / hide product · colour variant · size · image swipe · pinch-zoom · pan · detail-scroll · gallery grid · video play-pause-seek · reset view.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A pure reducer on both sides.  </a:t>
            </a:r>
            <a:r>
              <a:rPr sz="1500">
                <a:solidFill>
                  <a:srgbClr val="F5F2EC"/>
                </a:solidFill>
                <a:latin typeface="Segoe UI"/>
              </a:rPr>
              <a:t>ProductPresentation.applyEvent(WsEvent) runs identically on mobile and display — the mobile mirrors exactly what the guest sees.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Cheap on the wire.  </a:t>
            </a:r>
            <a:r>
              <a:rPr sz="1500">
                <a:solidFill>
                  <a:srgbClr val="F5F2EC"/>
                </a:solidFill>
                <a:latin typeface="Segoe UI"/>
              </a:rPr>
              <a:t>Payloads are ids plus transform parameters; high-frequency gestures are throttled and coalesced before emission.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Always-visible truth.  </a:t>
            </a:r>
            <a:r>
              <a:rPr sz="1500">
                <a:solidFill>
                  <a:srgbClr val="F5F2EC"/>
                </a:solidFill>
                <a:latin typeface="Segoe UI"/>
              </a:rPr>
              <a:t>The associate always has a “now showing” indicator — no guessing what the customer can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The differentiator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The frozen WebSocket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10512"/>
          <a:ext cx="10545775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55"/>
                <a:gridCol w="4640141"/>
                <a:gridCol w="3796479"/>
              </a:tblGrid>
              <a:tr h="3992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Direction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Messages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Controller → server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pair, activity, keep_alive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Binds one controller to one display; resets the idle timer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Relayed commands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show_catalog, show_cart, show_product, show_details, show_related, show_media, zoom, clear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Allow-listed by RELAY_TYPES — anything else is rejected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Server → clients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display_registered, paired, session_warning, session_end, error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Server is authoritative; the display never trusts the mobile directly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Session lifecycle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10-min idle → session_warning → grace → session_end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Ending frees the display and re-issues a fresh QR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Box mode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Richer WsEvent vocabulary, no relay translation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The display hosts the socket directly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HTTP API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10512"/>
          <a:ext cx="10545774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563"/>
                <a:gridCol w="6960211"/>
              </a:tblGrid>
              <a:tr h="3942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/auth/register · /login · /logout · /me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Salesperson auth, bearer token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/products · /products/:id · /:id/similar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List, search, filter, sort, page; full detail; cross-product “show similar”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/categories · /filters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Facets — categories, colours, sizes, price range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/recommendations · /talking-point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Profile-matched picks; private coaching cue for the associate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/customers · /customers/options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Capture the session guest; onboarding choice lists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/cart/:sessionId  (+ /default, /checkout)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Server-side cart, auto-displayed item, order placement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/orders/:id · /journey · /health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Order detail, journey events, health probe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/media/ph?w&amp;h&amp;bg&amp;fg&amp;text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Generated SVG placeholder imagery — the offline image strategy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FEATURE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What is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Presentation &amp; sync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Show product / clear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Colour variant, size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Image swipe + gallery grid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Fullscreen pinch-zoom + pan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Detail-scroll mirroring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Product video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Reset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9413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5445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Catalogue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Keyword search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Category chips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Colour explorer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Collapsing header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Pull-to-refresh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Variants, media, enrichment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1899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Personalisation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Session-scoped guest profile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Top-6 scored recommendations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Gender · personality · style hints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Private on-phone AI talking point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Never shown to the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2321" y="1810512"/>
            <a:ext cx="2396413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8353" y="2048256"/>
            <a:ext cx="1884349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Commerce &amp; admin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Saved outfits (shortlist)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Doubles as on-screen selector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Checkout with pre-filled guest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Order confirmation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Journey logging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CMS: CRUD, AI,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Feature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Technology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10512"/>
          <a:ext cx="10545774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070"/>
                <a:gridCol w="4851056"/>
                <a:gridCol w="3374648"/>
              </a:tblGrid>
              <a:tr h="39547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Stack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6A664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Both apps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Flutter 3.41 / Dart 3.11, Material 3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One codebase for phone and Android box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State &amp; nav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provider (ChangeNotifier) + go_router guards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One controller per feature, DI via MultiProvider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Look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Cormorant Garamond + Inter, Material Symbols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Editorial luxury, fully tokenised — no hardcoded values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Realtime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web_socket_channel; ws on the server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Events, not video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Node 20 · Express · better-sqlite3 · qrcode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Single process, single file of truth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CMS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Next.js 15 · React 19 · MUI 6 · Anthropic SDK · R2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Back-office editing and AI enrichment</a:t>
                      </a:r>
                    </a:p>
                  </a:txBody>
                  <a:tcPr anchor="ctr" marL="109728" marR="109728">
                    <a:solidFill>
                      <a:srgbClr val="0E0E10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F5F2EC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Playwright e2e (API + WS), db:check smoke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9A9790"/>
                          </a:solidFill>
                          <a:latin typeface="Segoe UI"/>
                        </a:rPr>
                        <a:t>The contract is tested, not assumed</a:t>
                      </a:r>
                    </a:p>
                  </a:txBody>
                  <a:tcPr anchor="ctr" marL="109728" marR="109728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Two runtime modes, one binary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5112867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48256"/>
            <a:ext cx="4600803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Box mode  ·  default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BACKEND=false — no internet required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The display hosts HTTP + WS on :8080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Its QR carries its own LAN IP + pairing token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Both apps read a bundled 37-product snapshot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Placeholder imagery is drawn on-device (~97% of images)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Recommendations and the talking point computed locally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Auth / checkout / customers are mocked — no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810512"/>
            <a:ext cx="5112867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1899" y="2048256"/>
            <a:ext cx="4600803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Backend mode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9A9790"/>
                </a:solidFill>
                <a:latin typeface="Segoe UI"/>
              </a:rPr>
              <a:t>BACKEND=true, BACKEND_HOST=&lt;lan-ip&gt;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Catalogue, auth, customers, cart, checkout over HTTP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Realtime relayed through the server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Everything persists to SQLite and appears in the CMS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Requires the Node server reachable on the LAN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In-app Server settings sheet overrides the compile-time default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From clone to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10545775" cy="3739064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29968"/>
            <a:ext cx="9997135" cy="3373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# 1) Dependencies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server &amp;&amp; npm install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../cms &amp;&amp; npm install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../frontend/mobile_app &amp;&amp; flutter pub 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../display_app        &amp;&amp; flutter pub 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# 2) Offline demo (default) — no backend needed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frontend/display_app &amp;&amp; flutter run    # start the display FIRST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frontend/mobile_app  &amp;&amp; flutter run    # scan the QR on the display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# 3) Persisted demo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server &amp;&amp; npm start                    # :3000, seeds on first run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cd cms    &amp;&amp; npm run dev                  # :4000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2EC"/>
                </a:solidFill>
                <a:latin typeface="Consolas"/>
              </a:rPr>
              <a:t>flutter run --dart-define=BACKEND=true --dart-define=BACKEND_HOST=192.168.1.5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32456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790"/>
                </a:solidFill>
                <a:latin typeface="Segoe UI"/>
              </a:rPr>
              <a:t>npm test runs the Playwright API + WS suite. Both devices must be on the same WiFi for a live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Run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Known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10545775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Box mode does not persist.  </a:t>
            </a:r>
            <a:r>
              <a:rPr sz="1500">
                <a:solidFill>
                  <a:srgbClr val="F5F2EC"/>
                </a:solidFill>
                <a:latin typeface="Segoe UI"/>
              </a:rPr>
              <a:t>Auth, checkout and guest capture are mocked — orders never reach the CMS. Use backend mode when data must survive.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The Node server does not run on the Android box yet.  </a:t>
            </a:r>
            <a:r>
              <a:rPr sz="1500">
                <a:solidFill>
                  <a:srgbClr val="F5F2EC"/>
                </a:solidFill>
                <a:latin typeface="Segoe UI"/>
              </a:rPr>
              <a:t>Node + better-sqlite3 need Termux (fragile) or a Dart re-implementation; today backend mode needs a laptop on the LAN.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Some guest fields are session-scoped.  </a:t>
            </a:r>
            <a:r>
              <a:rPr sz="1500">
                <a:solidFill>
                  <a:srgbClr val="F5F2EC"/>
                </a:solidFill>
                <a:latin typeface="Segoe UI"/>
              </a:rPr>
              <a:t>DOB, occupation, budget, brands and notes have no backend column yet — modelled for a future API.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~17 catalogue images are cloud URLs.  </a:t>
            </a:r>
            <a:r>
              <a:rPr sz="1500">
                <a:solidFill>
                  <a:srgbClr val="F5F2EC"/>
                </a:solidFill>
                <a:latin typeface="Segoe UI"/>
              </a:rPr>
              <a:t>The other ~593 are on-device placeholders and work fully offline.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The two Flutter apps duplicate shared files.  </a:t>
            </a:r>
            <a:r>
              <a:rPr sz="1500">
                <a:solidFill>
                  <a:srgbClr val="F5F2EC"/>
                </a:solidFill>
                <a:latin typeface="Segoe UI"/>
              </a:rPr>
              <a:t>Models, realtime and widgets are kept in sync by hand — extraction into a package is planned.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C6A664"/>
                </a:solidFill>
                <a:latin typeface="Segoe UI"/>
              </a:rPr>
              <a:t>ingest/ is scaffolded but unwired.  </a:t>
            </a:r>
            <a:r>
              <a:rPr sz="1500">
                <a:solidFill>
                  <a:srgbClr val="F5F2EC"/>
                </a:solidFill>
                <a:latin typeface="Segoe UI"/>
              </a:rPr>
              <a:t>It needs INGEST_URL and a source feed.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Honesty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6A664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5F2EC"/>
                </a:solidFill>
                <a:latin typeface="Georgia"/>
              </a:rPr>
              <a:t>Where it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9961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10512"/>
            <a:ext cx="3301898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48256"/>
            <a:ext cx="2789834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Near term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On-device SQLite so box mode persists and syncs when online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Backend columns + PATCH /customers/:id for the full guest profile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Salesperson profile API — email, avatar, role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Bundle the remaining images for a 100% offline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1810512"/>
            <a:ext cx="3301898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930" y="2048256"/>
            <a:ext cx="2789834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Medium term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Run the server on the box itself (Termux node:sqlite, or a Dart HTTP/WS server inside the display app)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Wire ingest/ for scheduled catalogue refresh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Extract the duplicated Flutter foundation into a shared package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Real AI talking points with an offline template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810512"/>
            <a:ext cx="3301898" cy="4133088"/>
          </a:xfrm>
          <a:prstGeom prst="roundRect">
            <a:avLst>
              <a:gd name="adj" fmla="val 4000"/>
            </a:avLst>
          </a:prstGeom>
          <a:solidFill>
            <a:srgbClr val="1A1A1E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2868" y="2048256"/>
            <a:ext cx="2789834" cy="3675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A664"/>
                </a:solidFill>
                <a:latin typeface="Georgia"/>
              </a:rPr>
              <a:t>Longer term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Journey replay and conversion reporting per associate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Multi-display, multi-session per store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Role-based access control and audit trails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F5F2EC"/>
                </a:solidFill>
                <a:latin typeface="Segoe UI"/>
              </a:rPr>
              <a:t>·  Automated widget + integration coverage for both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C6A664"/>
                </a:solidFill>
                <a:latin typeface="Segoe UI"/>
              </a:rPr>
              <a:t>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200" b="0" i="0">
                <a:solidFill>
                  <a:srgbClr val="F5F2EC"/>
                </a:solidFill>
                <a:latin typeface="Georgia"/>
              </a:rPr>
              <a:t>The guest sees the piece. Never the phone.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9790"/>
                </a:solidFill>
                <a:latin typeface="Segoe UI"/>
              </a:rPr>
              <a:t>Private cockpit · editorial stage · event sync · offline by default.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62656"/>
            <a:ext cx="1280160" cy="19050"/>
          </a:xfrm>
          <a:prstGeom prst="rect">
            <a:avLst/>
          </a:prstGeom>
          <a:solidFill>
            <a:srgbClr val="C6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Maison Ebani  ·  In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79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